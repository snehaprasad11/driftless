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55448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DriftLess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6974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cloud-side few-shot calibration for EOG gaze estimation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0" y="33832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Cloud Computing  ·  Project Report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0" y="416052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 Prasad  (24BEC0391)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Anushvi Tiwari  (24BEC0310)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Sambhav Mandawewala  (24BML0093)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github.com/snehaprasad11/DriftLess   ·   driftless-demo.onrender.com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Baseline Drift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035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EOG reads eye movement as an electrical signal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Electrodes near the eyes sense the voltage as the eye rotates — no camera. Great for hands-free / assistive control.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signal drifts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a still eye, the baseline slowly wanders — and it drifts differently for every person, and changes within a session.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949440" y="1645920"/>
            <a:ext cx="4663440" cy="3291840"/>
          </a:xfrm>
          <a:prstGeom prst="roundRect">
            <a:avLst>
              <a:gd name="adj" fmla="val 2222"/>
            </a:avLst>
          </a:prstGeom>
          <a:solidFill>
            <a:srgbClr val="0F1C24"/>
          </a:solidFill>
          <a:ln/>
          <a:effectLst>
            <a:outerShdw sx="100000" sy="100000" kx="0" ky="0" algn="bl" rotWithShape="0" blurRad="76200" dist="25400" dir="5400000">
              <a:srgbClr val="AAAAAA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223760" y="1920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issue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223760" y="246888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tuned for one person is wrong for the next — so a shared model can’t just work for everyone out of the box.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365760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fixes this by hand, per-person, offline. No one made it an automatic, live cloud service.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— UM Malta EyeCon EOG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852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research dataset (University of Malta, CBC)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real subjects · 256 Hz · horizontal + vertical EOG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trials per subject, band-pass filtered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target gaze angle per saccade + blink flag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the cleanest set (zero-centred H+V)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766560" y="1554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trial (4 seconds):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766560" y="201168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F4A259"/>
          </a:solidFill>
          <a:ln/>
          <a:effectLst>
            <a:outerShdw sx="100000" sy="100000" kx="0" ky="0" algn="bl" rotWithShape="0" blurRad="76200" dist="25400" dir="5400000">
              <a:srgbClr val="AAAAAA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12280" y="2011680"/>
            <a:ext cx="13716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saccade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366760" y="201168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5B8E7D"/>
          </a:solidFill>
          <a:ln/>
          <a:effectLst>
            <a:outerShdw sx="100000" sy="100000" kx="0" ky="0" algn="bl" rotWithShape="0" blurRad="76200" dist="25400" dir="5400000">
              <a:srgbClr val="AAAAAA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412480" y="2011680"/>
            <a:ext cx="13716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saccade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966960" y="201168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BC4B51"/>
          </a:solidFill>
          <a:ln/>
          <a:effectLst>
            <a:outerShdw sx="100000" sy="100000" kx="0" ky="0" algn="bl" rotWithShape="0" blurRad="76200" dist="25400" dir="5400000">
              <a:srgbClr val="AAAAAA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0012680" y="2011680"/>
            <a:ext cx="14630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66560" y="3291840"/>
            <a:ext cx="4754880" cy="1371600"/>
          </a:xfrm>
          <a:prstGeom prst="roundRect">
            <a:avLst>
              <a:gd name="adj" fmla="val 5333"/>
            </a:avLst>
          </a:prstGeom>
          <a:solidFill>
            <a:srgbClr val="EEF3F5"/>
          </a:solidFill>
          <a:ln/>
          <a:effectLst>
            <a:outerShdw sx="100000" sy="100000" kx="0" ky="0" algn="bl" rotWithShape="0" blurRad="76200" dist="25400" dir="5400000">
              <a:srgbClr val="AAAAAA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040880" y="352044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human recordings — replayed, not live hardware.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https://www.um.edu.mt/cbc/ourprojects/eyecon/eogdataset/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 — in Three Moves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EEF3F5"/>
          </a:solidFill>
          <a:ln/>
          <a:effectLst>
            <a:outerShdw sx="100000" sy="100000" kx="0" ky="0" algn="bl" rotWithShape="0" blurRad="76200" dist="25400" dir="5400000">
              <a:srgbClr val="AAAAAA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7452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8745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once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5176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one shared model on several people — it captures what’s common to everyone and is decent for anyone.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EEF3F5"/>
          </a:solidFill>
          <a:ln/>
          <a:effectLst>
            <a:outerShdw sx="100000" sy="100000" kx="0" ky="0" algn="bl" rotWithShape="0" blurRad="76200" dist="25400" dir="5400000">
              <a:srgbClr val="AAAAAA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87452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18745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 fast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65176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new user, freeze the shared model and fine-tune a tiny drift adapter on ~10 of their eye movements. Seconds, not hours.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EEF3F5"/>
          </a:solidFill>
          <a:ln/>
          <a:effectLst>
            <a:outerShdw sx="100000" sy="100000" kx="0" ky="0" algn="bl" rotWithShape="0" blurRad="76200" dist="25400" dir="5400000">
              <a:srgbClr val="AAAAAA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58200" y="187452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5820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0" y="18745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 elastically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265176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each personal model and serve predictions from a stateless service that scales up on load and to zero when idle.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on people the model never saw, calibration cuts gaze error up to 34% in seconds.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— GazeNet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219456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1A2B32"/>
          </a:solidFill>
          <a:ln/>
          <a:effectLst>
            <a:outerShdw sx="100000" sy="100000" kx="0" ky="0" algn="bl" rotWithShape="0" blurRad="76200" dist="25400" dir="5400000">
              <a:srgbClr val="AAAAAA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2194560"/>
            <a:ext cx="14630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EOG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× 320)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057400" y="219456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514600" y="219456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2A9D8F"/>
          </a:solidFill>
          <a:ln/>
          <a:effectLst>
            <a:outerShdw sx="100000" sy="100000" kx="0" ky="0" algn="bl" rotWithShape="0" blurRad="76200" dist="25400" dir="5400000">
              <a:srgbClr val="AAAAAA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560320" y="2194560"/>
            <a:ext cx="14630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1D-CNN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shapes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069080" y="219456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26280" y="219456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2A9D8F"/>
          </a:solidFill>
          <a:ln/>
          <a:effectLst>
            <a:outerShdw sx="100000" sy="100000" kx="0" ky="0" algn="bl" rotWithShape="0" blurRad="76200" dist="25400" dir="5400000">
              <a:srgbClr val="AAAAAA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0" y="2194560"/>
            <a:ext cx="14630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time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080760" y="219456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537960" y="219456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F4A259"/>
          </a:solidFill>
          <a:ln/>
          <a:effectLst>
            <a:outerShdw sx="100000" sy="100000" kx="0" ky="0" algn="bl" rotWithShape="0" blurRad="76200" dist="25400" dir="5400000">
              <a:srgbClr val="AAAAAA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83680" y="2194560"/>
            <a:ext cx="164592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Adapter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19456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732520" y="219456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AAAAAA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778240" y="2194560"/>
            <a:ext cx="141732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 + Blink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320040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backbone — frozen during calibration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360920" y="32004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this adapts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EEF3F5"/>
          </a:solidFill>
          <a:ln/>
          <a:effectLst>
            <a:outerShdw sx="100000" sy="100000" kx="0" ky="0" algn="bl" rotWithShape="0" blurRad="76200" dist="25400" dir="5400000">
              <a:srgbClr val="AAAAAA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2960" y="420624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CNN spots sharp shapes (saccade steps, blink spikes); the BiLSTM reads how they unfold over time.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drift adapter is only ~8,400 parameters (6% of the model) — the only per-user part, so calibration is fast and few-shot.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1A2B32"/>
          </a:solidFill>
          <a:ln/>
          <a:effectLst>
            <a:outerShdw sx="100000" sy="100000" kx="0" ky="0" algn="bl" rotWithShape="0" blurRad="76200" dist="25400" dir="5400000">
              <a:srgbClr val="AAAAAA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94360" y="1920240"/>
            <a:ext cx="173736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client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(EOG stream)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192024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926080" y="192024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2A9D8F"/>
          </a:solidFill>
          <a:ln/>
          <a:effectLst>
            <a:outerShdw sx="100000" sy="100000" kx="0" ky="0" algn="bl" rotWithShape="0" blurRad="76200" dist="25400" dir="5400000">
              <a:srgbClr val="AAAAAA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971800" y="1920240"/>
            <a:ext cx="173736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door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92024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303520" y="192024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AAAAAA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349240" y="1920240"/>
            <a:ext cx="19202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scale-to-zero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26080" y="338328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4A259"/>
          </a:solidFill>
          <a:ln/>
          <a:effectLst>
            <a:outerShdw sx="100000" sy="100000" kx="0" ky="0" algn="bl" rotWithShape="0" blurRad="76200" dist="25400" dir="5400000">
              <a:srgbClr val="AAAAAA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971800" y="3383280"/>
            <a:ext cx="173736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queue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38328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303520" y="338328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F4A259"/>
          </a:solidFill>
          <a:ln/>
          <a:effectLst>
            <a:outerShdw sx="100000" sy="100000" kx="0" ky="0" algn="bl" rotWithShape="0" blurRad="76200" dist="25400" dir="5400000">
              <a:srgbClr val="AAAAAA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349240" y="3383280"/>
            <a:ext cx="19202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60920" y="338328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863840" y="338328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1A2B32"/>
          </a:solidFill>
          <a:ln/>
          <a:effectLst>
            <a:outerShdw sx="100000" sy="100000" kx="0" ky="0" algn="bl" rotWithShape="0" blurRad="76200" dist="25400" dir="5400000">
              <a:srgbClr val="AAAAAA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909560" y="3383280"/>
            <a:ext cx="19202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+ per-user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926080" y="2788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new user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75488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EF3F5"/>
          </a:solidFill>
          <a:ln/>
          <a:effectLst>
            <a:outerShdw sx="100000" sy="100000" kx="0" ky="0" algn="bl" rotWithShape="0" blurRad="76200" dist="25400" dir="5400000">
              <a:srgbClr val="AAAAAA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2960" y="48920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inference</a:t>
            </a:r>
            <a:pPr indent="0" marL="0">
              <a:buNone/>
            </a:pPr>
            <a:r>
              <a:rPr lang="en-US" sz="15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clones and scales to zero.   </a:t>
            </a:r>
            <a:pPr indent="0" marL="0">
              <a:buNone/>
            </a:pPr>
            <a:r>
              <a:rPr lang="en-US" sz="1500" b="1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calibration</a:t>
            </a:r>
            <a:pPr indent="0" marL="0">
              <a:buNone/>
            </a:pPr>
            <a:r>
              <a:rPr lang="en-US" sz="15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runs off a queue, so the gateway never waits.   </a:t>
            </a:r>
            <a:pPr indent="0" marL="0">
              <a:buNone/>
            </a:pPr>
            <a:r>
              <a:rPr lang="en-US" sz="1500" b="1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command:</a:t>
            </a:r>
            <a:pPr indent="0" marL="0">
              <a:buNone/>
            </a:pPr>
            <a:r>
              <a:rPr lang="en-US" sz="15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docker compose up.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— It Personalises in Seconds</a:t>
            </a:r>
            <a:endParaRPr lang="en-US" sz="3400" dirty="0"/>
          </a:p>
        </p:txBody>
      </p:sp>
      <p:pic>
        <p:nvPicPr>
          <p:cNvPr id="3" name="Image 0" descr="C:\Users\sneha_2\OneDrive\Desktop\Semester 5\Project_College\ACC Project\DriftLess\notebooks\demo_before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048" y="1371600"/>
            <a:ext cx="9144000" cy="43251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shared BASE model on a never-seen user (dot beside target).   Right: after ~seconds of calibration, the PERSONAL model — dot on target, avg error 5.5° → 3.8°.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driftless-demo.onrender.com/demo/   ·   runs locally with docker compose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on People the Model Never Trained 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10.18°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488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error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(never-seen)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14173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−34%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21488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best-case after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14173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6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1488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improved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(leave-one-out)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4173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 ms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1488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prediction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100" dirty="0"/>
          </a:p>
        </p:txBody>
      </p:sp>
      <p:pic>
        <p:nvPicPr>
          <p:cNvPr id="11" name="Image 0" descr="C:\Users\sneha_2\OneDrive\Desktop\Semester 5\Project_College\ACC Project\DriftLess\notebooks\loso_before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926080"/>
            <a:ext cx="6949440" cy="32461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863840" y="2926080"/>
            <a:ext cx="3749040" cy="3246120"/>
          </a:xfrm>
          <a:prstGeom prst="roundRect">
            <a:avLst>
              <a:gd name="adj" fmla="val 2254"/>
            </a:avLst>
          </a:prstGeom>
          <a:solidFill>
            <a:srgbClr val="EEF3F5"/>
          </a:solidFill>
          <a:ln/>
          <a:effectLst>
            <a:outerShdw sx="100000" sy="100000" kx="0" ky="0" algn="bl" rotWithShape="0" blurRad="76200" dist="25400" dir="5400000">
              <a:srgbClr val="AAAAAA">
                <a:alpha val="3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092440" y="3108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reading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092440" y="3520440"/>
            <a:ext cx="32918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Leave-one-subject-out: every subject is held out and tested — no leakage.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5 of 6; big wins where drift is real (S3/S4).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 subjects + time-varying drift make it noisy — our honest limitation.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Deployed, Scalable, Tested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EEF3F5"/>
          </a:solidFill>
          <a:ln/>
          <a:effectLst>
            <a:outerShdw sx="100000" sy="100000" kx="0" ky="0" algn="bl" rotWithShape="0" blurRad="76200" dist="25400" dir="5400000">
              <a:srgbClr val="AAAAAA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6304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Serverless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33172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inference deploys with scale-to-zero (Render / Cloud Run). Live public URL.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EEF3F5"/>
          </a:solidFill>
          <a:ln/>
          <a:effectLst>
            <a:outerShdw sx="100000" sy="100000" kx="0" ky="0" algn="bl" rotWithShape="0" blurRad="76200" dist="25400" dir="5400000">
              <a:srgbClr val="AAAAAA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46520" y="187452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08660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Autoscaling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086600" y="233172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on Kubernetes: the worker scaled 1 → 4 pods automatically under load (HPA).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EEF3F5"/>
          </a:solidFill>
          <a:ln/>
          <a:effectLst>
            <a:outerShdw sx="100000" sy="100000" kx="0" ky="0" algn="bl" rotWithShape="0" blurRad="76200" dist="25400" dir="5400000">
              <a:srgbClr val="AAAAAA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384048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463040" y="3794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+ CI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29768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automated tests; GitHub Actions runs tests and builds images on every push.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352044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EEF3F5"/>
          </a:solidFill>
          <a:ln/>
          <a:effectLst>
            <a:outerShdw sx="100000" sy="100000" kx="0" ky="0" algn="bl" rotWithShape="0" blurRad="76200" dist="25400" dir="5400000">
              <a:srgbClr val="AAAAAA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46520" y="384048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086600" y="3794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command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429768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stack runs locally with docker compose up — gateway, inference, worker, Redis.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Limitations &amp; Future Work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EEF3F5"/>
          </a:solidFill>
          <a:ln/>
          <a:effectLst>
            <a:outerShdw sx="100000" sy="100000" kx="0" ky="0" algn="bl" rotWithShape="0" blurRad="76200" dist="25400" dir="5400000">
              <a:srgbClr val="AAAAAA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C4B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3172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Time-varying drift — a one-time calibration slowly goes stale over a long session.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 subjects — per-user gains are noisy; not uniform across everyone.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data — chin rest + clean electrodes; a real wearable is noisier.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0F1C24"/>
          </a:solidFill>
          <a:ln/>
          <a:effectLst>
            <a:outerShdw sx="100000" sy="100000" kx="0" ky="0" algn="bl" rotWithShape="0" blurRad="76200" dist="25400" dir="5400000">
              <a:srgbClr val="AAAAAA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92240" y="1783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33172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/ continual re-calibration to track drift as it changes.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subject cohort for a firmer efficacy claim.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EOG headset in place of dataset replay.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/ on-device personalisation for privacy.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C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73736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DriftLess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2651760"/>
            <a:ext cx="94457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per-person eye-signal drift into an automatic, cloud-hosted service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tunes itself to any new user in seconds.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0" y="41148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0" y="52120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 Prasad (24BEC0391)  ·  Anushvi Tiwari (24BEC0310)  ·  Sambhav Mandawewala (24BML0093)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0" y="56692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github.com/snehaprasad11/DriftLess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2026-09-16T08:47:07Z</dcterms:created>
  <dcterms:modified xsi:type="dcterms:W3CDTF">2026-09-16T08:47:07Z</dcterms:modified>
</cp:coreProperties>
</file>